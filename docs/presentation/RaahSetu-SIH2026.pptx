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ORSIH/work/deck-shots/01-sandbox-rout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55080" y="0"/>
            <a:ext cx="583387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897880" y="0"/>
            <a:ext cx="1280160" cy="6858000"/>
          </a:xfrm>
          <a:prstGeom prst="rect">
            <a:avLst/>
          </a:prstGeom>
          <a:solidFill>
            <a:srgbClr val="0B1D26">
              <a:alpha val="82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02920" y="5029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8A0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INDIA HACKATHON 2026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502920" y="1051560"/>
            <a:ext cx="5394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8E4D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RaahSetu</a:t>
            </a:r>
            <a:endParaRPr lang="en-US" sz="7200" dirty="0"/>
          </a:p>
        </p:txBody>
      </p:sp>
      <p:sp>
        <p:nvSpPr>
          <p:cNvPr id="6" name="Text 3"/>
          <p:cNvSpPr/>
          <p:nvPr/>
        </p:nvSpPr>
        <p:spPr>
          <a:xfrm>
            <a:off x="502920" y="22402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Explainable risk-aware logistics routing for North-East India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02920" y="32004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0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Statement ID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743200" y="320040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4D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SIH26002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02920" y="3694176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0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Statement Title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743200" y="3694176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4D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Navigation and route optimization for freight and logistics in North-East India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02920" y="458114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0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Theme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743200" y="4581144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4D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Automation / Logistics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02920" y="50749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0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PS Category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743200" y="507492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4D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Software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02920" y="556869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0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ID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743200" y="556869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4D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SIH-TBD (fill from portal)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02920" y="606247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0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Name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743200" y="6062472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4D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RaahSetu (as registered on portal)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24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Solution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02920" y="11430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5E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working prototype that plans heavy-vehicle journeys around road risk — and shows why.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4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routes, one decision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02920" y="220370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E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journey returns the fastest route and a risk-aware alternative with time cost, distance and exposure side by side.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3172968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4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with provenance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02920" y="3502152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E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Accident history, road condition, weather and closures per road segment. Missing evidence stays “unknown” — never silently safe.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4471416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4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 evidence loop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02920" y="480060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E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Officials report incidents with photo evidence offline; reviewers accept or reject before any road is treated as blocked.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562356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A0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75% </a:t>
            </a:r>
            <a:pPr indent="0" marL="0">
              <a:buNone/>
            </a:pPr>
            <a:r>
              <a:rPr lang="en-US" sz="1300" dirty="0">
                <a:solidFill>
                  <a:srgbClr val="4A5E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lower modelled risk exposure on the demo corridor for 7.7 extra minutes — the tradeoff, quantified.</a:t>
            </a:r>
            <a:endParaRPr lang="en-US" sz="4000" dirty="0"/>
          </a:p>
        </p:txBody>
      </p:sp>
      <p:sp>
        <p:nvSpPr>
          <p:cNvPr id="11" name="Shape 9"/>
          <p:cNvSpPr/>
          <p:nvPr/>
        </p:nvSpPr>
        <p:spPr>
          <a:xfrm>
            <a:off x="6537960" y="1234440"/>
            <a:ext cx="51206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2700000">
              <a:srgbClr val="000000">
                <a:alpha val="28000"/>
              </a:srgbClr>
            </a:outerShdw>
          </a:effectLst>
        </p:spPr>
      </p:sp>
      <p:pic>
        <p:nvPicPr>
          <p:cNvPr id="12" name="Image 0" descr="D:/FORSIH/work/deck-shots/02-guwahati-corrido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1371600"/>
            <a:ext cx="4846320" cy="272491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675120" y="41605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4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prototype — Guwahati corridor on real OSM roads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75120" y="44531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E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5,814 nodes · 13,681 directed segments · reviewed hazard observations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675120" y="49560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5F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All-Northeast coverage prepared: 8 state OSM extracts, 273,494 road ways acquired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RaahSetu · SIH26002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22883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D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4D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Technical Approach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02920" y="11430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Blueprint stack, fully working end-to-end on live Supabase.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2121408" cy="1481328"/>
          </a:xfrm>
          <a:prstGeom prst="roundRect">
            <a:avLst>
              <a:gd name="adj" fmla="val 3704"/>
            </a:avLst>
          </a:prstGeom>
          <a:solidFill>
            <a:srgbClr val="0F2831"/>
          </a:solidFill>
          <a:ln w="12700">
            <a:solidFill>
              <a:srgbClr val="1E5F6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1956816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0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OSM + public data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12648" y="2395728"/>
            <a:ext cx="19019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Pyosmium / OSMnx extract, immutable versioned snapshots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69464" y="238658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5F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70632" y="1828800"/>
            <a:ext cx="2121408" cy="1481328"/>
          </a:xfrm>
          <a:prstGeom prst="roundRect">
            <a:avLst>
              <a:gd name="adj" fmla="val 3704"/>
            </a:avLst>
          </a:prstGeom>
          <a:solidFill>
            <a:srgbClr val="0F2831"/>
          </a:solidFill>
          <a:ln w="12700">
            <a:solidFill>
              <a:srgbClr val="1E5F6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80360" y="1956816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0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Routing engine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880360" y="2395728"/>
            <a:ext cx="19019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3.12 · custom risk-aware A* with admissible heuristic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837176" y="238658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5F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038344" y="1828800"/>
            <a:ext cx="2121408" cy="1481328"/>
          </a:xfrm>
          <a:prstGeom prst="roundRect">
            <a:avLst>
              <a:gd name="adj" fmla="val 3704"/>
            </a:avLst>
          </a:prstGeom>
          <a:solidFill>
            <a:srgbClr val="0F2831"/>
          </a:solidFill>
          <a:ln w="12700">
            <a:solidFill>
              <a:srgbClr val="1E5F6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48072" y="1956816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0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148072" y="2395728"/>
            <a:ext cx="19019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Request-scoped read-only routing, auth via Supabase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104888" y="238658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5F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306056" y="1828800"/>
            <a:ext cx="2121408" cy="1481328"/>
          </a:xfrm>
          <a:prstGeom prst="roundRect">
            <a:avLst>
              <a:gd name="adj" fmla="val 3704"/>
            </a:avLst>
          </a:prstGeom>
          <a:solidFill>
            <a:srgbClr val="0F2831"/>
          </a:solidFill>
          <a:ln w="12700">
            <a:solidFill>
              <a:srgbClr val="1E5F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15784" y="1956816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0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 PostGIS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395728"/>
            <a:ext cx="19019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Hazards, reviews, fleet, deliveries, evidence storage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372600" y="238658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5F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573768" y="1828800"/>
            <a:ext cx="2121408" cy="1481328"/>
          </a:xfrm>
          <a:prstGeom prst="roundRect">
            <a:avLst>
              <a:gd name="adj" fmla="val 3704"/>
            </a:avLst>
          </a:prstGeom>
          <a:solidFill>
            <a:srgbClr val="0F2831"/>
          </a:solidFill>
          <a:ln w="12700">
            <a:solidFill>
              <a:srgbClr val="1E5F6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83496" y="1956816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0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+ R3F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683496" y="2395728"/>
            <a:ext cx="19019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terrain dashboard, PWA offline queue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36118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4D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innovation: risk lives inside the edge cost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2920" y="4041648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0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c(e) = t(e) × [1 + 4λ·r(e)]     r(e) = 0.5·accident + 0.3·surface + 0.2·weather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502920" y="46177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λ (risk preference) is the operator's dial — the same admissible A* stays provably optimal for each setting.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53492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A0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502920" y="583387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tests passing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286000" y="53492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A0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2286000" y="583387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randomized A* vs Dijkstra oracle checks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069080" y="53492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A0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14/14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4069080" y="583387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Supabase end-to-end steps verified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852160" y="53492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A0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GB+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5852160" y="583387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 NE data prepared (61 verified sources)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635240" y="3657600"/>
            <a:ext cx="4069080" cy="2697480"/>
          </a:xfrm>
          <a:prstGeom prst="roundRect">
            <a:avLst>
              <a:gd name="adj" fmla="val 2373"/>
            </a:avLst>
          </a:prstGeom>
          <a:solidFill>
            <a:srgbClr val="0F2831"/>
          </a:solidFill>
          <a:ln w="12700">
            <a:solidFill>
              <a:srgbClr val="1E5F63"/>
            </a:solidFill>
            <a:prstDash val="solid"/>
          </a:ln>
        </p:spPr>
      </p:sp>
      <p:pic>
        <p:nvPicPr>
          <p:cNvPr id="35" name="Image 0" descr="D:/FORSIH/work/deck-shots/05-incident-repo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0" y="3785616"/>
            <a:ext cx="3794760" cy="2139696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7772400" y="596188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 incident reporting — works offline via IndexedDB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50292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RaahSetu · SIH26002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1122883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24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Feasibility and Viability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02920" y="11430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5E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a concept deck — every risk below has a shipped mitigation in the working prototype.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3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blackspot data for all 8 states is not public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983480" y="1783080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D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Honest-data architecture: unverified evidence is never auto-applied. Reviewer workflow (field report → candidate roads → accept/reject) ships today; eDAR/MoRTH access is the scaling path.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2624328"/>
            <a:ext cx="11183112" cy="0"/>
          </a:xfrm>
          <a:prstGeom prst="line">
            <a:avLst/>
          </a:prstGeom>
          <a:noFill/>
          <a:ln w="9525">
            <a:solidFill>
              <a:srgbClr val="D8D2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715768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3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Full-NE road graph is too large for a free cloud DB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983480" y="2715768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D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Slim-by-design: 36 MB used of 500 MB free tier. Raw OSM (1.9 GB) stays in versioned files; only metadata, hazards and reviews enter PostGIS.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3557016"/>
            <a:ext cx="11183112" cy="0"/>
          </a:xfrm>
          <a:prstGeom prst="line">
            <a:avLst/>
          </a:prstGeom>
          <a:noFill/>
          <a:ln w="9525">
            <a:solidFill>
              <a:srgbClr val="D8D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3648456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3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Rural connectivity is unreliable for field reporting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983480" y="3648456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D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Installable PWA with offline shell, IndexedDB report queue with automatic retry — verified in tests.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4489704"/>
            <a:ext cx="11183112" cy="0"/>
          </a:xfrm>
          <a:prstGeom prst="line">
            <a:avLst/>
          </a:prstGeom>
          <a:noFill/>
          <a:ln w="9525">
            <a:solidFill>
              <a:srgbClr val="D8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4581144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3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Weather data must stay current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983480" y="4581144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D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Open-Meteo integration (keyless, free) already maps heavy rain/wind onto routing scenarios.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5422392"/>
            <a:ext cx="11183112" cy="0"/>
          </a:xfrm>
          <a:prstGeom prst="line">
            <a:avLst/>
          </a:prstGeom>
          <a:noFill/>
          <a:ln w="9525">
            <a:solidFill>
              <a:srgbClr val="D8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5513832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3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Scaling to a production fleet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983480" y="5513832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3D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State-wise graph loading, Docker + K8s manifests and a 6-person ownership plan are prepared; deployment awaits team VM access.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RaahSetu · SIH26002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22883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D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4D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and Benefits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02920" y="129844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0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Essential-supply fleets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02920" y="1591056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Fewer medical/relief consignments trapped on damaged or landslide-affected corridors in the region with India's highest monsoon disruption.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02920" y="237744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0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Emergency response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2670048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Detour cost known up-front: minutes vs exposure, per vehicle profile — dispatch decisions in seconds, not phone calls.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34564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0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 transport authorities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3749040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reviewable, evidence-backed incident pipeline replaces unverified WhatsApp forwards; every closure has provenance.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4535424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0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Drivers on unsafe roads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482803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Explicit high-risk segment warnings instead of silent fastest-route routing.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09360" y="1371600"/>
            <a:ext cx="5394960" cy="3246120"/>
          </a:xfrm>
          <a:prstGeom prst="roundRect">
            <a:avLst>
              <a:gd name="adj" fmla="val 1972"/>
            </a:avLst>
          </a:prstGeom>
          <a:solidFill>
            <a:srgbClr val="0F2831"/>
          </a:solidFill>
          <a:ln/>
          <a:effectLst>
            <a:outerShdw sx="100000" sy="100000" kx="0" ky="0" algn="bl" rotWithShape="0" blurRad="88900" dist="38100" dir="2700000">
              <a:srgbClr val="000000">
                <a:alpha val="28000"/>
              </a:srgbClr>
            </a:outerShdw>
          </a:effectLst>
        </p:spPr>
      </p:sp>
      <p:pic>
        <p:nvPicPr>
          <p:cNvPr id="12" name="Image 0" descr="D:/FORSIH/work/deck-shots/03-opera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499616"/>
            <a:ext cx="5120640" cy="288036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309360" y="47091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Fleet operations workspace — GPS, deliveries, alerts on live Supabase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02920" y="568756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4D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entirely on free-tier infrastructure today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02920" y="6071616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 free tier (36 MB used) + keyless Open-Meteo + OSM open data — the prototype costs ₹0/month to operate, and scales by adding state graph snapshots one by one.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RaahSetu · SIH26002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22883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24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 and References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02920" y="13258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OpenStreetMap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703320" y="132588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D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North-Eastern zone extract, ODbL 1.0 — road network for all 8 states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464040" y="13258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5F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openstreetmap.org · geofabrik.de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11183112" cy="0"/>
          </a:xfrm>
          <a:prstGeom prst="line">
            <a:avLst/>
          </a:prstGeom>
          <a:noFill/>
          <a:ln w="9525">
            <a:solidFill>
              <a:srgbClr val="D8D2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5740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NASA Global Landslide Catalog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703320" y="205740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D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467 historical North-East landslide records used with documented positional accuracy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464040" y="20574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5F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.nasa.gov (ArcGIS portal)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2697480"/>
            <a:ext cx="11183112" cy="0"/>
          </a:xfrm>
          <a:prstGeom prst="line">
            <a:avLst/>
          </a:prstGeom>
          <a:noFill/>
          <a:ln w="9525">
            <a:solidFill>
              <a:srgbClr val="D8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78892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Open-Meteo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703320" y="278892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D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weather API (temperature, precipitation, wind) — keyless, free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464040" y="27889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5F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open-meteo.com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3429000"/>
            <a:ext cx="11183112" cy="0"/>
          </a:xfrm>
          <a:prstGeom prst="line">
            <a:avLst/>
          </a:prstGeom>
          <a:noFill/>
          <a:ln w="9525">
            <a:solidFill>
              <a:srgbClr val="D8D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52044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MoRTH road safety data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703320" y="352044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D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 accident statistics consulted; deliberately not mapped to specific roads without verification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464040" y="35204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5F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morth.nic.in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4160520"/>
            <a:ext cx="11183112" cy="0"/>
          </a:xfrm>
          <a:prstGeom prst="line">
            <a:avLst/>
          </a:prstGeom>
          <a:noFill/>
          <a:ln w="9525">
            <a:solidFill>
              <a:srgbClr val="D8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42519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 / PostGIS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703320" y="425196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D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Spatial schema, row-level security, storage for verified evidence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464040" y="425196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5F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supabase.com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" y="49834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Dijkstra, E. W. (1959)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03320" y="498348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3D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Independent shortest-path oracle used to verify the custom A* on 300 randomized cases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464040" y="4983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5F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Numerische Mathematik 1, 269–271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58064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3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boundaries: </a:t>
            </a:r>
            <a:pPr indent="0" marL="0">
              <a:buNone/>
            </a:pPr>
            <a:r>
              <a:rPr lang="en-US" sz="1150" dirty="0">
                <a:solidFill>
                  <a:srgbClr val="2E3D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scores are documented indices, not accident probabilities. Historical hazards are not current closures. Safety claims require reviewed field evidence — and the prototype is built to enforce exactly that.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RaahSetu · SIH26002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22883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RaahSetu — Explainable Risk-Aware Logistics Routing for North-East India</dc:title>
  <dc:subject>PptxGenJS Presentation</dc:subject>
  <dc:creator>RaahSetu Team</dc:creator>
  <cp:lastModifiedBy>RaahSetu Team</cp:lastModifiedBy>
  <cp:revision>1</cp:revision>
  <dcterms:created xsi:type="dcterms:W3CDTF">2026-09-08T16:49:15Z</dcterms:created>
  <dcterms:modified xsi:type="dcterms:W3CDTF">2026-09-08T16:49:15Z</dcterms:modified>
</cp:coreProperties>
</file>