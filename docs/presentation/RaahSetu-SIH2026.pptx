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FORSIH/work/deck-shots/01-sandbox-rou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0"/>
            <a:ext cx="58338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97880" y="0"/>
            <a:ext cx="1280160" cy="6858000"/>
          </a:xfrm>
          <a:prstGeom prst="rect">
            <a:avLst/>
          </a:prstGeom>
          <a:solidFill>
            <a:srgbClr val="0B1D26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502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INDIA HACKATHON 2026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02920" y="105156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RaahSetu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502920" y="2286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risk-aware logistics routing for North-East India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" y="33101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ID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0" y="33101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SIH26002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3767328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Title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0" y="376732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and route optimization for freight and logistics in North-East India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44622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0" y="44622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Automation / Logistics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" y="4919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 Category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0" y="49194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2920" y="5376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ID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43200" y="5376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SIH-TBD (fill from portal)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" y="58338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Name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43200" y="5833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RaahSetu (as registered on portal)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24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E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 prototype that plans heavy-vehicle journeys around road risk — and shows why.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routes, one decision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220370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E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journey returns the fastest route and a risk-aware alternative with time cost, distance and exposure side by side.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31729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with provenance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350215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E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Accident history, road condition, weather and closures per road segment. Missing evidence stays “unknown” — never silently safe.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47141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evidence loop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480060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E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Officials report incidents with photo evidence offline; reviewers accept or reject before any road is treated as blocked.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56235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 </a:t>
            </a:r>
            <a:pPr indent="0" marL="0">
              <a:buNone/>
            </a:pPr>
            <a:r>
              <a:rPr lang="en-US" sz="1300" dirty="0">
                <a:solidFill>
                  <a:srgbClr val="4A5E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modelled risk exposure on the demo corridor for 7.7 extra minutes — the tradeoff, quantified.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6537960" y="123444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28000"/>
              </a:srgbClr>
            </a:outerShdw>
          </a:effectLst>
        </p:spPr>
      </p:sp>
      <p:pic>
        <p:nvPicPr>
          <p:cNvPr id="12" name="Image 0" descr="D:/FORSIH/work/deck-shots/02-guwahati-corrid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371600"/>
            <a:ext cx="4846320" cy="27249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675120" y="4160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prototype — Guwahati corridor on real OSM roads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75120" y="44531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5,814 nodes · 13,681 directed segments · reviewed hazard observations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75120" y="49560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All-Northeast coverage prepared: 8 state OSM extracts, 273,494 road ways acquired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RaahSetu · SIH26002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Approach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Blueprint stack, fully working end-to-end on live Supabase.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121408" cy="1481328"/>
          </a:xfrm>
          <a:prstGeom prst="roundRect">
            <a:avLst>
              <a:gd name="adj" fmla="val 3704"/>
            </a:avLst>
          </a:prstGeom>
          <a:solidFill>
            <a:srgbClr val="0F2831"/>
          </a:solidFill>
          <a:ln w="12700">
            <a:solidFill>
              <a:srgbClr val="1E5F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956816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OSM + public data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2648" y="2395728"/>
            <a:ext cx="19019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Pyosmium / OSMnx extract, immutable versioned snapshots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9464" y="23865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70632" y="1828800"/>
            <a:ext cx="2121408" cy="1481328"/>
          </a:xfrm>
          <a:prstGeom prst="roundRect">
            <a:avLst>
              <a:gd name="adj" fmla="val 3704"/>
            </a:avLst>
          </a:prstGeom>
          <a:solidFill>
            <a:srgbClr val="0F2831"/>
          </a:solidFill>
          <a:ln w="12700">
            <a:solidFill>
              <a:srgbClr val="1E5F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956816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engine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80360" y="2395728"/>
            <a:ext cx="19019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3.12 · custom risk-aware A* with admissible heuristic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37176" y="23865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38344" y="1828800"/>
            <a:ext cx="2121408" cy="1481328"/>
          </a:xfrm>
          <a:prstGeom prst="roundRect">
            <a:avLst>
              <a:gd name="adj" fmla="val 3704"/>
            </a:avLst>
          </a:prstGeom>
          <a:solidFill>
            <a:srgbClr val="0F2831"/>
          </a:solidFill>
          <a:ln w="12700">
            <a:solidFill>
              <a:srgbClr val="1E5F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8072" y="1956816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48072" y="2395728"/>
            <a:ext cx="19019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Request-scoped read-only routing, auth via Supabase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04888" y="23865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06056" y="1828800"/>
            <a:ext cx="2121408" cy="1481328"/>
          </a:xfrm>
          <a:prstGeom prst="roundRect">
            <a:avLst>
              <a:gd name="adj" fmla="val 3704"/>
            </a:avLst>
          </a:prstGeom>
          <a:solidFill>
            <a:srgbClr val="0F2831"/>
          </a:solidFill>
          <a:ln w="12700">
            <a:solidFill>
              <a:srgbClr val="1E5F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15784" y="1956816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PostGIS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15784" y="2395728"/>
            <a:ext cx="19019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Hazards, reviews, fleet, deliveries, evidence storage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72600" y="23865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73768" y="1828800"/>
            <a:ext cx="2121408" cy="1481328"/>
          </a:xfrm>
          <a:prstGeom prst="roundRect">
            <a:avLst>
              <a:gd name="adj" fmla="val 3704"/>
            </a:avLst>
          </a:prstGeom>
          <a:solidFill>
            <a:srgbClr val="0F2831"/>
          </a:solidFill>
          <a:ln w="12700">
            <a:solidFill>
              <a:srgbClr val="1E5F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83496" y="1956816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R3F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83496" y="2395728"/>
            <a:ext cx="19019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terrain dashboard, PWA offline queue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6118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innovation: risk lives inside the edge cost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" y="404164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c(e) = t(e) × [1 + 4λ·r(e)]     r(e) = 0.5·accident + 0.3·surface + 0.2·weather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02920" y="46177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 (risk preference) is the operator's dial — the same admissible A* stays provably optimal for each setting.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5349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02920" y="58338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 passing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0" y="5349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300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286000" y="58338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randomized A* vs Dijkstra oracle checks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69080" y="5349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14/14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069080" y="58338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Supabase end-to-end steps verified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5349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GB+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852160" y="58338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NE data prepared (61 verified sources)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35240" y="3657600"/>
            <a:ext cx="4069080" cy="2697480"/>
          </a:xfrm>
          <a:prstGeom prst="roundRect">
            <a:avLst>
              <a:gd name="adj" fmla="val 2373"/>
            </a:avLst>
          </a:prstGeom>
          <a:solidFill>
            <a:srgbClr val="0F2831"/>
          </a:solidFill>
          <a:ln w="12700">
            <a:solidFill>
              <a:srgbClr val="1E5F63"/>
            </a:solidFill>
            <a:prstDash val="solid"/>
          </a:ln>
        </p:spPr>
      </p:sp>
      <p:pic>
        <p:nvPicPr>
          <p:cNvPr id="35" name="Image 0" descr="D:/FORSIH/work/deck-shots/05-incident-repo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3785616"/>
            <a:ext cx="3794760" cy="21396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772400" y="59618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incident reporting — works offline via IndexedDB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0292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RaahSetu · SIH26002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24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Feasibility and Viability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E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concept deck — every risk below has a shipped mitigation in the working prototype.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blackspot data for all 8 states is not public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83480" y="17830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D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Honest-data architecture: unverified evidence is never auto-applied. Reviewer workflow (field report → candidate roads → accept/reject) ships today; eDAR/MoRTH access is the scaling path.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624328"/>
            <a:ext cx="11183112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1576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Full-NE road graph is too large for a free cloud DB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83480" y="2715768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D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Slim-by-design: 36 MB used of 500 MB free tier. Raw OSM (1.9 GB) stays in versioned files; only metadata, hazards and reviews enter PostGIS.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557016"/>
            <a:ext cx="11183112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4845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Rural connectivity is unreliable for field reporting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83480" y="3648456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D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Installable PWA with offline shell, IndexedDB report queue with automatic retry — verified in tests.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489704"/>
            <a:ext cx="11183112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8114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Weather data must stay current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83480" y="4581144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D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Open-Meteo integration (keyless, free) already maps heavy rain/wind onto routing scenarios.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5422392"/>
            <a:ext cx="11183112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513832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 to a production fleet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83480" y="5513832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D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State-wise graph loading, Docker + K8s manifests and a 6-person ownership plan are prepared; deployment awaits team VM access.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RaahSetu · SIH26002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and Benefits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12984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Essential-supply fleets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59105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medical/relief consignments trapped on damaged or landslide-affected corridors in the region with India's highest monsoon disruption.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23774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response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67004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Detour cost known up-front: minutes vs exposure, per vehicle profile — dispatch decisions in seconds, not phone calls.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34564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transport authorities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reviewable, evidence-backed incident pipeline replaces unverified WhatsApp forwards; every closure has provenance.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45354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Drivers on unsafe roads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48280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Explicit high-risk segment warnings instead of silent fastest-route routing.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94960" cy="3246120"/>
          </a:xfrm>
          <a:prstGeom prst="roundRect">
            <a:avLst>
              <a:gd name="adj" fmla="val 1972"/>
            </a:avLst>
          </a:prstGeom>
          <a:solidFill>
            <a:srgbClr val="0F2831"/>
          </a:solidFill>
          <a:ln/>
          <a:effectLst>
            <a:outerShdw sx="100000" sy="100000" kx="0" ky="0" algn="bl" rotWithShape="0" blurRad="88900" dist="38100" dir="2700000">
              <a:srgbClr val="000000">
                <a:alpha val="28000"/>
              </a:srgbClr>
            </a:outerShdw>
          </a:effectLst>
        </p:spPr>
      </p:sp>
      <p:pic>
        <p:nvPicPr>
          <p:cNvPr id="12" name="Image 0" descr="D:/FORSIH/work/deck-shots/03-oper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499616"/>
            <a:ext cx="5120640" cy="2880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309360" y="4709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 operations workspace — GPS, deliveries, alerts on live Supabase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56875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entirely on free-tier infrastructure today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2920" y="607161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free tier (36 MB used) + keyless Open-Meteo + OSM open data — the prototype costs ₹0/month to operate, and scales by adding state graph snapshots one by one.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RaahSetu · SIH26002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24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and References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OpenStreetMap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703320" y="132588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D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North-Eastern zone extract, ODbL 1.0 — road network for all 8 states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64040" y="13258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openstreetmap.org · geofabrik.de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1183112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574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NASA Global Landslide Catalog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205740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D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467 historical North-East landslide records used with documented positional 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64040" y="2057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.nasa.gov (ArcGIS portal)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11183112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889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Open-Meteo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03320" y="27889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D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weather API (temperature, precipitation, wind) — keyless, free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64040" y="27889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open-meteo.com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429000"/>
            <a:ext cx="11183112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204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MoRTH road safety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352044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D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accident statistics consulted; deliberately not mapped to specific roads without verification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464040" y="35204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morth.nic.in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160520"/>
            <a:ext cx="11183112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519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/ PostGIS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03320" y="425196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D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schema, row-level security, storage for verified evidence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64040" y="42519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supabase.com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983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Dijkstra, E. W. (1959)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498348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D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 shortest-path oracle used to verify the custom A* on 300 randomized cases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64040" y="4983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Numerische Mathematik 1, 269–271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3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boundaries: </a:t>
            </a:r>
            <a:pPr indent="0" marL="0">
              <a:buNone/>
            </a:pPr>
            <a:r>
              <a:rPr lang="en-US" sz="1150" dirty="0">
                <a:solidFill>
                  <a:srgbClr val="2E3D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scores are documented indices, not accident probabilities. Historical hazards are not current closures. Safety claims require reviewed field evidence — and the prototype is built to enforce exactly that.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RaahSetu · SIH26002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RaahSetu — Explainable Risk-Aware Logistics Routing for North-East India</dc:title>
  <dc:subject>PptxGenJS Presentation</dc:subject>
  <dc:creator>RaahSetu Team</dc:creator>
  <cp:lastModifiedBy>RaahSetu Team</cp:lastModifiedBy>
  <cp:revision>1</cp:revision>
  <dcterms:created xsi:type="dcterms:W3CDTF">2026-09-08T15:21:18Z</dcterms:created>
  <dcterms:modified xsi:type="dcterms:W3CDTF">2026-09-08T15:21:18Z</dcterms:modified>
</cp:coreProperties>
</file>