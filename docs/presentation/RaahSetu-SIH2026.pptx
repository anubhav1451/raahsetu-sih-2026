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D4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INDIA HACKATHON 2026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RaahSetu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D6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AI-Based Smart Logistics and Accessibility Intelligence Platform for North Eastern Region (NER)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D4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Ministry / Organization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91840" y="34290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Ministry of Development of North Eastern Region (MDoNER)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8130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D4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Statement Number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91840" y="38130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SIH26002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41970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D4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Statement Title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91840" y="419709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AI-Based Smart Logistics and Accessibility Intelligence Platform for NER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45811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D4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Idea Title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1840" y="458114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RaahSetu — Explainable Risk-Aware Logistics Routing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96519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D4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Name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91840" y="496519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[Team name as registered on portal]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5349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D4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PS Category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53492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97280" y="6199632"/>
            <a:ext cx="9966960" cy="0"/>
          </a:xfrm>
          <a:prstGeom prst="line">
            <a:avLst/>
          </a:prstGeom>
          <a:noFill/>
          <a:ln w="19050">
            <a:solidFill>
              <a:srgbClr val="2E8B6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2416" y="6254496"/>
            <a:ext cx="109728" cy="109728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19" name="Shape 17"/>
          <p:cNvSpPr/>
          <p:nvPr/>
        </p:nvSpPr>
        <p:spPr>
          <a:xfrm>
            <a:off x="3054096" y="5980176"/>
            <a:ext cx="109728" cy="109728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20" name="Shape 18"/>
          <p:cNvSpPr/>
          <p:nvPr/>
        </p:nvSpPr>
        <p:spPr>
          <a:xfrm>
            <a:off x="5065776" y="6300216"/>
            <a:ext cx="109728" cy="109728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21" name="Shape 19"/>
          <p:cNvSpPr/>
          <p:nvPr/>
        </p:nvSpPr>
        <p:spPr>
          <a:xfrm>
            <a:off x="7077456" y="6071616"/>
            <a:ext cx="109728" cy="109728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22" name="Shape 20"/>
          <p:cNvSpPr/>
          <p:nvPr/>
        </p:nvSpPr>
        <p:spPr>
          <a:xfrm>
            <a:off x="8997696" y="6254496"/>
            <a:ext cx="109728" cy="109728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23" name="Shape 21"/>
          <p:cNvSpPr/>
          <p:nvPr/>
        </p:nvSpPr>
        <p:spPr>
          <a:xfrm>
            <a:off x="11009376" y="6025896"/>
            <a:ext cx="109728" cy="109728"/>
          </a:xfrm>
          <a:prstGeom prst="ellipse">
            <a:avLst/>
          </a:prstGeom>
          <a:solidFill>
            <a:srgbClr val="2E8B6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Idea / Proposed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63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 in one line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6642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NH-6 alone is blocked 15–20 times each monsoon, stranding heavy trucks for 3–5 days; standard navigation apps still optimise only for speed, blind to landslides, floods and single-access corridors.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63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solution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944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risk-aware routing engine and operations workspace that plans heavy-vehicle journeys around verified road hazards — and shows the evidence behind every decision.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routes, one decision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0" y="370332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journey compares the fastest route with a risk-aware alternative: time cost, distance and hazard exposure side by side.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4379976"/>
            <a:ext cx="11091672" cy="0"/>
          </a:xfrm>
          <a:prstGeom prst="line">
            <a:avLst/>
          </a:prstGeom>
          <a:noFill/>
          <a:ln w="9525">
            <a:solidFill>
              <a:srgbClr val="DDE3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453128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before closure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4453128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reports carry corroboration counts; only a reviewer-verified closure changes routing. A single false report can never block a road.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5129784"/>
            <a:ext cx="11091672" cy="0"/>
          </a:xfrm>
          <a:prstGeom prst="line">
            <a:avLst/>
          </a:prstGeom>
          <a:noFill/>
          <a:ln w="9525">
            <a:solidFill>
              <a:srgbClr val="DDE3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202936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where connectivity fails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0" y="5202936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report queue with automatic sync; missing evidence stays “unknown” — never silently treated as safe.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solidFill>
            <a:srgbClr val="F4F9F7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598932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63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Differentiator: </a:t>
            </a:r>
            <a:pPr indent="0" marL="0">
              <a:buNone/>
            </a:pPr>
            <a:r>
              <a:rPr lang="en-US" sz="120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enters the cost function itself — c(e) = t(e) × [1 + 4λ·r(e)] — so the tradeoff between speed and safety is quantified, explainable and auditable.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SIH26002 · RaahSetu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121408" cy="1783080"/>
          </a:xfrm>
          <a:prstGeom prst="rect">
            <a:avLst/>
          </a:prstGeom>
          <a:solidFill>
            <a:srgbClr val="F4F9F7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52704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data layer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58368" y="1920240"/>
            <a:ext cx="1901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OSM road graphs (8 NER states), NASA landslide catalog, live Open-Meteo weather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624328" y="210312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8B6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834640" y="1417320"/>
            <a:ext cx="2121408" cy="1783080"/>
          </a:xfrm>
          <a:prstGeom prst="rect">
            <a:avLst/>
          </a:prstGeom>
          <a:solidFill>
            <a:srgbClr val="F4F9F7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44368" y="152704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Graph engine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44368" y="1920240"/>
            <a:ext cx="1901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3.12 + OSMnx: immutable, versioned state graphs; directed parallel edges preserved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910328" y="210312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8B6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120640" y="1417320"/>
            <a:ext cx="2121408" cy="1783080"/>
          </a:xfrm>
          <a:prstGeom prst="rect">
            <a:avLst/>
          </a:prstGeom>
          <a:solidFill>
            <a:srgbClr val="0F2B3C"/>
          </a:solidFill>
          <a:ln w="12700">
            <a:solidFill>
              <a:srgbClr val="0F2B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0368" y="152704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D4B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Risk-A* core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230368" y="1920240"/>
            <a:ext cx="1901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F2E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 admissible A*: c(e) = t(e) × [1 + 4λ r(e)]; closures and vehicle limits hard-excluded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196328" y="210312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8B6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406640" y="1417320"/>
            <a:ext cx="2121408" cy="1783080"/>
          </a:xfrm>
          <a:prstGeom prst="rect">
            <a:avLst/>
          </a:prstGeom>
          <a:solidFill>
            <a:srgbClr val="F4F9F7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16368" y="152704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+ database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516368" y="1920240"/>
            <a:ext cx="1901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request-scoped routing; Supabase PostgreSQL/PostGIS for hazards, reviews, fleet, evidence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482328" y="210312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8B6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0" y="1417320"/>
            <a:ext cx="2121408" cy="1783080"/>
          </a:xfrm>
          <a:prstGeom prst="rect">
            <a:avLst/>
          </a:prstGeom>
          <a:solidFill>
            <a:srgbClr val="F4F9F7"/>
          </a:solidFill>
          <a:ln w="12700">
            <a:solidFill>
              <a:srgbClr val="2E8B6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02368" y="152704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 UI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802368" y="1920240"/>
            <a:ext cx="1901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+ TypeScript 3D terrain dashboard, installable offline-first PWA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3291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Middle box (Risk-A* core) highlighted: the algorithm is the product — everything else serves it.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stack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41148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63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0" y="411480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React, TypeScript, React Three Fiber (3D terrain), PWA service worker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444398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63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743200" y="4443984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3.12, FastAPI, Pydantic validation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7731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63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Spatial engine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43200" y="4773168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OSMnx / NetworkX graph processing, PostGIS spatial indexing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51023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63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743200" y="5102352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PostgreSQL + PostGIS (row-level security)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431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63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743200" y="5431536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Docker, Kubernetes on VMs, versioned graph storage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8640" y="5760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63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data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743200" y="5760720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OpenStreetMap (ODbL), NASA landslide catalog, Open-Meteo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053328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63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working: </a:t>
            </a:r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automated tests, 300 randomized A* vs Dijkstra oracle checks, 14-step live cloud end-to-end workflow, 8-state OSM data acquisition (273,494 road ways).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SIH26002 · RaahSetu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— Emergency relief fleets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4663440" y="1371600"/>
            <a:ext cx="6949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NDRF / SDRF and health supply chains moving relief material during extreme weather: pre-departure risk routing around landslide- and flood-affected corridors, with detour cost known up-front.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2359152"/>
            <a:ext cx="11091672" cy="0"/>
          </a:xfrm>
          <a:prstGeom prst="line">
            <a:avLst/>
          </a:prstGeom>
          <a:noFill/>
          <a:ln w="9525">
            <a:solidFill>
              <a:srgbClr val="DDE3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1460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Secondary — Commercial heavy logistics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663440" y="2514600"/>
            <a:ext cx="6949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Truck operators on NER corridors (NH-6, NH-2, NH-10): safer route selection that respects vehicle limits and surfaces, cutting fuel and delay penalties in a region where logistics runs 20–30% costlier.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502152"/>
            <a:ext cx="11091672" cy="0"/>
          </a:xfrm>
          <a:prstGeom prst="line">
            <a:avLst/>
          </a:prstGeom>
          <a:noFill/>
          <a:ln w="9525">
            <a:solidFill>
              <a:srgbClr val="DDE3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65760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Tertiary — State transport authorities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663440" y="3657600"/>
            <a:ext cx="6949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verifiable incident pipeline: corroborated field reports → reviewer approval → versioned closure events → district connectivity status, replacing unverified forwards with auditable evidence.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4645152"/>
            <a:ext cx="11091672" cy="0"/>
          </a:xfrm>
          <a:prstGeom prst="line">
            <a:avLst/>
          </a:prstGeom>
          <a:noFill/>
          <a:ln w="9525">
            <a:solidFill>
              <a:srgbClr val="DDE3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80060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 mode — Single-access risk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663440" y="4800600"/>
            <a:ext cx="6949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a sole access route to a cut-off district is verified as blocked, the platform flags connectivity status and alerts authorities for transshipment or air-drop coordination (rail / river-terminal alternatives mapped next).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5788152"/>
            <a:ext cx="11091672" cy="0"/>
          </a:xfrm>
          <a:prstGeom prst="line">
            <a:avLst/>
          </a:prstGeom>
          <a:noFill/>
          <a:ln w="9525">
            <a:solidFill>
              <a:srgbClr val="DDE3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SIH26002 · RaahSetu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Dependencies and Show Stoppers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63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Dependencies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10512"/>
            <a:ext cx="91440" cy="91440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373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 coordinate-level blackspot / eDAR and MoRTH accident data (verified road matching).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313432"/>
            <a:ext cx="91440" cy="91440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40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IMD predictive weather feeds for pre-departure hazard probability (live Open-Meteo today).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16352"/>
            <a:ext cx="91440" cy="91440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7432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Transport-domain expert review of provisional hazard-to-road matches.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91440" cy="91440"/>
          </a:xfrm>
          <a:prstGeom prst="ellipse">
            <a:avLst/>
          </a:prstGeom>
          <a:solidFill>
            <a:srgbClr val="2E8B6F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2461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VM / Kubernetes access for public HTTPS deployment.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977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63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stoppers — and how the design answers them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34340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3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traffic and hazard APIs are paid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663440" y="4343400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OSM graphs + rule-based risk scoring + keyless Open-Meteo weather: zero paid API dependency in the prototype.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487375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3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Unverified crowd reports can poison routing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663440" y="4873752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Credibility layer: corroboration counted within 1 km / 6 h; only reviewer-approved closures change routing — a lone false report is structurally powerless.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540410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3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NER road network too large for the browser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663440" y="5404104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State-wise versioned graph loading; the browser only receives the active state’s bounded road set.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93445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3B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Connectivity drops in remote corridors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663440" y="5934456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Offline-first PWA: reports queue locally with photo evidence and sync automatically when the network returns.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SIH26002 · RaahSetu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RaahSetu - AI-Based Smart Logistics and Accessibility Intelligence Platform for NER</dc:title>
  <dc:subject>PptxGenJS Presentation</dc:subject>
  <dc:creator>RaahSetu Team</dc:creator>
  <cp:lastModifiedBy>RaahSetu Team</cp:lastModifiedBy>
  <cp:revision>1</cp:revision>
  <dcterms:created xsi:type="dcterms:W3CDTF">2026-09-10T03:28:22Z</dcterms:created>
  <dcterms:modified xsi:type="dcterms:W3CDTF">2026-09-10T03:28:22Z</dcterms:modified>
</cp:coreProperties>
</file>